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DF23-5226-B1C0-6101-0E85CCD99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58B2A-3589-D957-7CCA-BE2AB5238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F9B4E-D5DC-B14B-6343-B207E4C9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DC16-1D10-CE57-4935-B2941BAB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89AB2-65E6-91B2-8246-66E8CFEC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1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DB80-759E-790A-2C97-CA24107C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C32C3-4C91-67C8-7C37-5BD1C7906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17CD-2F27-BAF3-B882-82C1DBF2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3427-E092-67CF-6FFB-C56DC8B0D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52935-6C16-993F-9AAE-496AFE72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82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AB11-D83F-079D-C5DC-968BC60D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BD561-87E2-E856-2AF4-B9B9571DD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AB1A0-29E7-8AD2-3618-BD602C23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814E6-B024-2693-722E-07996B4C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F81AD-FAB6-D542-B57C-9D144AD5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0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ACD8-631F-D624-52B0-BCCDDA7F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252D3-0562-FEBB-A9D0-F524E6E2F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29689-25DC-857A-E354-07F297CB9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C2C86-9C71-74F0-4012-7F43C682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D17A8-76F0-466E-83E6-CDAFF720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ACF80-C9A4-FCCD-9E8F-CC043A4A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4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E04F-2C43-4209-1609-79CD3805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1C6EF-3C0B-B6FD-BE7E-5ADB8BE2B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4E569-8E8D-CEF5-D4A4-1B180F969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A214B-2923-2EBD-ECCE-FBF90CC4B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16119-9963-264B-7BAF-B6A2440AD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59031-8736-2136-979B-4104B4D2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BE926-3C9B-374C-0ADA-08835832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A0C06-E4AE-AC8C-1518-82E9D72F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4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1AD5-7F3A-57E1-3A3D-0F237748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E0CA7-3FE5-8BBD-2FAF-D16B2062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D1308-EE0F-D12A-F33A-ECBCDED1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08496-6BDC-CB30-0B4D-907689DD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27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034A7-1768-FD01-5DB0-CEA58F9E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C0882-35BF-920F-122E-AEDDC984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14DBC-8AD5-145B-4E63-1C4FED45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9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21B0-AE4C-3D1C-4769-C0EDDD42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4620-FA70-1427-12C6-88470E425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3DAA1-59BE-CB95-79C6-67182E2FC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7354C-A1D2-2C8D-5B83-056DF502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E07D6-8451-367F-EF1B-58AD3801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A8ED0-2FE0-8CE5-0F8C-43525446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9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7A28-3DAB-E5D3-007B-F0B2E0BA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58DD5-49AB-2DC0-5A72-52B12B471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3DDE9-B4C5-25D6-7814-1D879A0F1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4628B-2051-F209-57AA-208B6559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91B22-1D65-D9BC-3F69-58FF141B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6C81B-B270-3611-BA14-90EEFAAE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2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2171-77AA-7AD4-1E78-5326D632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7CBB5-4699-DF7B-009C-8C35BB2C1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9D22-DE1F-6874-D82D-78272640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8A0FC-03F2-3874-6E96-FCD19086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5FAB9-143E-03E4-453F-430CA6CD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26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54F61-150B-05FD-EC9C-852621058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69C87-DA78-5789-82E2-8C981B5B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56B9-7B12-2843-878F-52E33A6E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63FAA-BD15-E639-EB13-5A313C3F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B9312-6098-4A76-F272-6FE123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3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DFF21-A6D6-8BA8-2E7B-FF17F37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5D14F-5F01-7276-4169-9E13658F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0F7F6-946C-ACF5-C465-BD2F02C8B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6B141-36A2-4117-A71E-C01C16BD261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A0B71-C56E-C84A-5A28-BE7E54FC4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C8EAB-1F93-A280-DD8A-4444F36AD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FB36F-9B0F-4ACD-BECE-72781DD9B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64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rilakshmi.m.s.2007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6A28-4C73-3EC4-7768-CC4A2CF79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3600" y="20320"/>
            <a:ext cx="12354560" cy="6918960"/>
          </a:xfrm>
        </p:spPr>
        <p:txBody>
          <a:bodyPr>
            <a:normAutofit fontScale="90000"/>
          </a:bodyPr>
          <a:lstStyle/>
          <a:p>
            <a:r>
              <a:rPr lang="en-IN" sz="2000" dirty="0"/>
              <a:t>RESUME</a:t>
            </a:r>
            <a:br>
              <a:rPr lang="en-IN" sz="2000" dirty="0"/>
            </a:br>
            <a:r>
              <a:rPr lang="en-IN" sz="2000" dirty="0"/>
              <a:t>        Name                  : SRILAKSHMI M S               </a:t>
            </a:r>
            <a:br>
              <a:rPr lang="en-IN" sz="2000" dirty="0"/>
            </a:br>
            <a:r>
              <a:rPr lang="en-IN" sz="2000" dirty="0"/>
              <a:t> Phone number  : 8971081944</a:t>
            </a:r>
            <a:br>
              <a:rPr lang="en-IN" sz="2000" dirty="0"/>
            </a:br>
            <a:r>
              <a:rPr lang="en-IN" sz="2000" dirty="0"/>
              <a:t>                                     Email ID               : </a:t>
            </a:r>
            <a:r>
              <a:rPr lang="en-IN" sz="2000" dirty="0">
                <a:hlinkClick r:id="rId2"/>
              </a:rPr>
              <a:t>srilakshmi.m.s.2007@gmail.com</a:t>
            </a:r>
            <a:br>
              <a:rPr lang="en-IN" sz="2000" dirty="0"/>
            </a:br>
            <a:r>
              <a:rPr lang="en-IN" sz="2000" dirty="0"/>
              <a:t>       LinkedIn profile  :   Srilakshmi M S</a:t>
            </a:r>
            <a:br>
              <a:rPr lang="en-IN" sz="2000" dirty="0"/>
            </a:br>
            <a:r>
              <a:rPr lang="en-IN" sz="2000" dirty="0"/>
              <a:t>             Place                    :   Bagepalli-561207</a:t>
            </a:r>
            <a:br>
              <a:rPr lang="en-IN" sz="2000" dirty="0"/>
            </a:br>
            <a:r>
              <a:rPr lang="en-IN" sz="2000" dirty="0"/>
              <a:t>                                                             Career objective :   opportunity to improve technical knowledge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            and develop problem </a:t>
            </a:r>
            <a:r>
              <a:rPr lang="en-IN" sz="2000" dirty="0" err="1"/>
              <a:t>sloving</a:t>
            </a:r>
            <a:r>
              <a:rPr lang="en-IN" sz="2000" dirty="0"/>
              <a:t> skills in a</a:t>
            </a:r>
            <a:br>
              <a:rPr lang="en-IN" sz="2000" dirty="0"/>
            </a:br>
            <a:r>
              <a:rPr lang="en-IN" sz="2000" dirty="0"/>
              <a:t>                                                                 professional environment. </a:t>
            </a:r>
            <a:br>
              <a:rPr lang="en-IN" sz="2000" dirty="0"/>
            </a:br>
            <a:r>
              <a:rPr lang="en-IN" sz="2000" dirty="0"/>
              <a:t>Education            :                    :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                                                                                                     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Qualification              Institute                  year         percentage/CGPA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                                                    B.E                      SJC Institute of        2025           8.65</a:t>
            </a:r>
            <a:br>
              <a:rPr lang="en-IN" sz="2000" dirty="0"/>
            </a:br>
            <a:r>
              <a:rPr lang="en-IN" sz="2000" dirty="0"/>
              <a:t>                                     technology.</a:t>
            </a:r>
            <a:br>
              <a:rPr lang="en-IN" sz="2000" dirty="0"/>
            </a:br>
            <a:r>
              <a:rPr lang="en-IN" sz="2000" dirty="0"/>
              <a:t>                                                             PUC                     </a:t>
            </a:r>
            <a:r>
              <a:rPr lang="en-IN" sz="2000" dirty="0" err="1"/>
              <a:t>varadhadri</a:t>
            </a:r>
            <a:r>
              <a:rPr lang="en-IN" sz="2000" dirty="0"/>
              <a:t> </a:t>
            </a:r>
            <a:r>
              <a:rPr lang="en-IN" sz="2000" dirty="0" err="1"/>
              <a:t>pu</a:t>
            </a:r>
            <a:r>
              <a:rPr lang="en-IN" sz="2000" dirty="0"/>
              <a:t>          2025               86.13%</a:t>
            </a:r>
            <a:br>
              <a:rPr lang="en-IN" sz="2000" dirty="0"/>
            </a:br>
            <a:r>
              <a:rPr lang="en-IN" sz="2000" dirty="0"/>
              <a:t>                              college.</a:t>
            </a:r>
            <a:br>
              <a:rPr lang="en-IN" sz="2000" dirty="0"/>
            </a:br>
            <a:r>
              <a:rPr lang="en-IN" sz="2000" dirty="0"/>
              <a:t>                                                           SSLC                    </a:t>
            </a:r>
            <a:r>
              <a:rPr lang="en-IN" sz="2000" dirty="0" err="1"/>
              <a:t>Shanthinikethan</a:t>
            </a:r>
            <a:r>
              <a:rPr lang="en-IN" sz="2000" dirty="0"/>
              <a:t>        2023           90.08%</a:t>
            </a:r>
            <a:br>
              <a:rPr lang="en-IN" sz="2000" dirty="0"/>
            </a:br>
            <a:r>
              <a:rPr lang="en-IN" sz="2000" dirty="0"/>
              <a:t>                              school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             Technical skills      :    c programming </a:t>
            </a:r>
            <a:br>
              <a:rPr lang="en-IN" sz="2000" dirty="0"/>
            </a:br>
            <a:r>
              <a:rPr lang="en-IN" sz="2000" dirty="0"/>
              <a:t>                                     python</a:t>
            </a:r>
            <a:br>
              <a:rPr lang="en-IN" sz="2000" dirty="0"/>
            </a:br>
            <a:r>
              <a:rPr lang="en-IN" sz="2000" dirty="0"/>
              <a:t>                   Project                   :          Homelessness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Certifications        :   Infosys Springboard certificate – Design Thinking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Cisco Networking  Academy </a:t>
            </a:r>
            <a:br>
              <a:rPr lang="en-IN" sz="2000" dirty="0"/>
            </a:br>
            <a:r>
              <a:rPr lang="en-IN" sz="2000" dirty="0"/>
              <a:t>         Achievements      :    Code fusion </a:t>
            </a:r>
          </a:p>
        </p:txBody>
      </p:sp>
    </p:spTree>
    <p:extLst>
      <p:ext uri="{BB962C8B-B14F-4D97-AF65-F5344CB8AC3E}">
        <p14:creationId xmlns:p14="http://schemas.microsoft.com/office/powerpoint/2010/main" val="249610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RESUME         Name                  : SRILAKSHMI M S                 Phone number  : 8971081944                                      Email ID               : srilakshmi.m.s.2007@gmail.com        LinkedIn profile  :   Srilakshmi M S              Place                    :   Bagepalli-561207                                                              Career objective :   opportunity to improve technical knowledge                                                                                        and develop problem sloving skills in a                                                                  professional environment.  Education            :                    :                                                                                                                                                                                                                                                      Qualification              Institute                  year         percentage/CGPA                                                      B.E                      SJC Institute of        2025           8.65                                      technology.                                                              PUC                     varadhadri pu          2025               86.13%                               college.                                                            SSLC                    Shanthinikethan        2023           90.08%                               school               Technical skills      :    c programming                                       python                    Project                   :          Homelessness                                                                          Certifications        :   Infosys Springboard certificate – Design Thinking                                                                            Cisco Networking  Academy           Achievements      :    Code fusion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Silakshmi M S</dc:creator>
  <cp:lastModifiedBy>Silakshmi M S</cp:lastModifiedBy>
  <cp:revision>1</cp:revision>
  <dcterms:created xsi:type="dcterms:W3CDTF">2026-05-19T03:14:28Z</dcterms:created>
  <dcterms:modified xsi:type="dcterms:W3CDTF">2026-05-19T03:14:34Z</dcterms:modified>
</cp:coreProperties>
</file>